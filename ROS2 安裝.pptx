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E7A046-01BF-4174-61ED-9FBCDC4E60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42E3249-DF95-20F1-0990-08287C7D49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3ED02E4-168C-78A4-6FB3-9333CA292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D585C-936C-4053-9348-888476DB04F9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41F2923-DD62-60E4-79C7-945A9F6BD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0603EF3-E2C7-5DD3-39B3-DA103E1F3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74C8F-3286-43E4-98E8-04BEF62277E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6833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C6AEFC-6AA3-012E-DB75-16198A525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71FD629-06C5-22A4-3920-023D0A8D2C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8AE50F5-90BB-E7F4-5C89-BDD41B224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D585C-936C-4053-9348-888476DB04F9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5FDCDC1-FE4F-920D-8773-A352018B6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3AA7E3B-3027-9E24-48D6-829BBB279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74C8F-3286-43E4-98E8-04BEF62277E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7637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F0F280-0BA1-D359-B014-E149EA44A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88EAB74-9923-D3F6-7E1A-83784A958F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ACEE41C-4BD9-8769-AA02-8BC365E17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D585C-936C-4053-9348-888476DB04F9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FC5888E-C362-B24A-3481-DFA79D414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0CD2117-65C5-871F-4043-BE634D1EE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74C8F-3286-43E4-98E8-04BEF62277E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3230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5E5C80-D82E-34AA-718B-58EC9D3AD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AF1B202-F367-8E08-326A-300FED44A8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B42EA2A-80BD-29C9-A0A4-9890195D6B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67E636D-0778-86B7-9C60-A00E47104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D585C-936C-4053-9348-888476DB04F9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E4F57A9-771D-C175-72AD-4E1FCBC2D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52AF62F-C902-FE3B-CBC2-D56323362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74C8F-3286-43E4-98E8-04BEF62277E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9132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EE480F-75D4-FFFC-0F7F-3D7A6ECFF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0A4182C-8FA0-0CAC-3863-933B24F4DE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B597A77-4EB7-D096-39E1-8E74DBE20B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0F84F2D-F000-CA34-482D-0E573636E2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B65C8F7-D3A8-2D54-F905-BE808E03D3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B17949E6-D484-0FEC-C4B2-DB21E462A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D585C-936C-4053-9348-888476DB04F9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4ED9C8A-D637-1C71-819C-10012DCF0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733BDFE-6D9E-1F78-2CA0-6142A35F8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74C8F-3286-43E4-98E8-04BEF62277E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0581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FBCA02-8132-9515-6A68-33CD48B15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B4B28B3-A783-E91F-319F-164FC2235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D585C-936C-4053-9348-888476DB04F9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25A227D-9659-EF67-9501-6AC1BECA1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B79334F-B97A-093A-4AFC-B09CEB3B8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74C8F-3286-43E4-98E8-04BEF62277E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6062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AD76D52-B984-1F7C-B035-88B916133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D585C-936C-4053-9348-888476DB04F9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4D0F49E-6E01-E3A5-5F2C-4EFB8103B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7BEDA63-6BB2-1F8A-438C-2F4DF6E03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74C8F-3286-43E4-98E8-04BEF62277E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6375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EA8972-D1BD-C956-3F6A-F9308E42F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27E56A-5800-4B97-465E-3B6D89532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D8CF6B1-A516-14D0-A995-7050EDC925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98F3752-DA2D-0016-0409-EC5FCCAAC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D585C-936C-4053-9348-888476DB04F9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5B24CD4-FFAB-B8B9-0A0B-5082177A0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C7F71EB-E162-2646-D9DA-D6D5C6B49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74C8F-3286-43E4-98E8-04BEF62277E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5372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AF81C8-5998-A35E-052C-AF6311DF6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6639817-73F0-3D0F-93B7-76D148C124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F12BFB0-ADA8-4FD7-E915-BC471EAA54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221B449-D848-99C2-6A98-483AD5D24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D585C-936C-4053-9348-888476DB04F9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34554DF-5D71-4D23-6723-7180B963D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31FF3DA-08EE-51E1-7F83-90C09068D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74C8F-3286-43E4-98E8-04BEF62277E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4885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466517-7AFA-0099-A780-45E35DF55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65BDE44-01EA-4DD0-97D7-87D85A7AF4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7705ED1-36DE-C833-F26D-3A4994CC4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D585C-936C-4053-9348-888476DB04F9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EB0D1C9-335B-2AC1-1266-D495EF988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3F9EDE5-08F8-E26E-7D4D-04FEDDA2F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74C8F-3286-43E4-98E8-04BEF62277E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7529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B128682-2938-2B33-3323-45E44A9094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325522D-910D-66EB-4BC0-AEE8CD6A19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C471577-FAF2-A534-9C89-DD046608A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D585C-936C-4053-9348-888476DB04F9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42B6202-F11E-6081-0068-0D1FF047D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DFC0260-1EEF-F22A-0560-2FA563655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74C8F-3286-43E4-98E8-04BEF62277E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3483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41FAC00-8AE3-E107-E740-FBF2FCFC8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7A3DE2D-3974-7B79-86E7-3CC891A47B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FB1E439-813C-BD98-0F88-BC5057DD0F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E65D585C-936C-4053-9348-888476DB04F9}" type="datetimeFigureOut">
              <a:rPr lang="zh-TW" altLang="en-US" smtClean="0"/>
              <a:pPr/>
              <a:t>2026/3/18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0D936E8-0DEC-F892-A3E9-C82E43FA4A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D8FAB8-DCCB-CC4A-5AF7-9F95E5C2A6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9BA74C8F-3286-43E4-98E8-04BEF62277E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0780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ivonblog.com/posts/setup-wsl2-on-windows11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ros.org/en/humble/Installation/Ubuntu-Install-Debs.html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FCDAE6-51CE-D72D-0D72-DBB63C858A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ROS2 </a:t>
            </a:r>
            <a:r>
              <a:rPr lang="zh-TW" altLang="en-US" dirty="0"/>
              <a:t>安裝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39C0432-2724-A5CD-3DEA-605ECE876C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5148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12590D-9C8C-ADEE-2BDC-735D40820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Windows </a:t>
            </a:r>
            <a:r>
              <a:rPr lang="zh-TW" altLang="en-US" dirty="0"/>
              <a:t>系統安裝 </a:t>
            </a:r>
            <a:r>
              <a:rPr lang="en-US" altLang="zh-TW" dirty="0"/>
              <a:t>WSL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3068FC8-FA07-04D5-C2E7-342ACF22C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WSL</a:t>
            </a:r>
            <a:r>
              <a:rPr lang="zh-TW" altLang="en-US" dirty="0"/>
              <a:t> </a:t>
            </a:r>
            <a:r>
              <a:rPr lang="en-US" altLang="zh-TW" dirty="0"/>
              <a:t>(Windows Subsystem for Linux)</a:t>
            </a:r>
            <a:r>
              <a:rPr lang="zh-TW" altLang="en-US" dirty="0"/>
              <a:t>是</a:t>
            </a:r>
            <a:r>
              <a:rPr lang="en-US" altLang="zh-TW" dirty="0"/>
              <a:t>Microsoft</a:t>
            </a:r>
            <a:r>
              <a:rPr lang="zh-TW" altLang="en-US" dirty="0"/>
              <a:t>推出的一款開源工具，可以在</a:t>
            </a:r>
            <a:r>
              <a:rPr lang="en-US" altLang="zh-TW" dirty="0"/>
              <a:t>Windows</a:t>
            </a:r>
            <a:r>
              <a:rPr lang="zh-TW" altLang="en-US" dirty="0"/>
              <a:t>電腦執行</a:t>
            </a:r>
            <a:r>
              <a:rPr lang="en-US" altLang="zh-TW" dirty="0"/>
              <a:t>Linux</a:t>
            </a:r>
            <a:r>
              <a:rPr lang="zh-TW" altLang="en-US" dirty="0"/>
              <a:t>程式、跑</a:t>
            </a:r>
            <a:r>
              <a:rPr lang="en-US" altLang="zh-TW" dirty="0"/>
              <a:t>Docker</a:t>
            </a:r>
            <a:r>
              <a:rPr lang="zh-TW" altLang="en-US" dirty="0"/>
              <a:t>容器、與主機共享檔案、開發程式等等用途。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安裝教學</a:t>
            </a:r>
            <a:r>
              <a:rPr lang="en-US" altLang="zh-TW" dirty="0"/>
              <a:t>: </a:t>
            </a:r>
            <a:r>
              <a:rPr lang="zh-TW" altLang="en-US" dirty="0">
                <a:hlinkClick r:id="rId2"/>
              </a:rPr>
              <a:t>如何在</a:t>
            </a:r>
            <a:r>
              <a:rPr lang="en-US" altLang="zh-TW" dirty="0">
                <a:hlinkClick r:id="rId2"/>
              </a:rPr>
              <a:t>Windows 11</a:t>
            </a:r>
            <a:r>
              <a:rPr lang="zh-TW" altLang="en-US" dirty="0">
                <a:hlinkClick r:id="rId2"/>
              </a:rPr>
              <a:t>安裝</a:t>
            </a:r>
            <a:r>
              <a:rPr lang="en-US" altLang="zh-TW" dirty="0">
                <a:hlinkClick r:id="rId2"/>
              </a:rPr>
              <a:t>WSL2</a:t>
            </a:r>
            <a:r>
              <a:rPr lang="zh-TW" altLang="en-US" dirty="0">
                <a:hlinkClick r:id="rId2"/>
              </a:rPr>
              <a:t>子系統 </a:t>
            </a:r>
            <a:r>
              <a:rPr lang="en-US" altLang="zh-TW" dirty="0">
                <a:hlinkClick r:id="rId2"/>
              </a:rPr>
              <a:t>(Ubuntu)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b="1" dirty="0">
                <a:solidFill>
                  <a:srgbClr val="FF0000"/>
                </a:solidFill>
              </a:rPr>
              <a:t>注意</a:t>
            </a:r>
            <a:r>
              <a:rPr lang="en-US" altLang="zh-TW" b="1" dirty="0">
                <a:solidFill>
                  <a:srgbClr val="FF0000"/>
                </a:solidFill>
              </a:rPr>
              <a:t>!</a:t>
            </a:r>
            <a:r>
              <a:rPr lang="zh-TW" altLang="en-US" dirty="0"/>
              <a:t> </a:t>
            </a:r>
            <a:r>
              <a:rPr lang="en-US" altLang="zh-TW" b="1" dirty="0"/>
              <a:t>ROS2</a:t>
            </a:r>
            <a:r>
              <a:rPr lang="zh-TW" altLang="en-US" b="1" dirty="0"/>
              <a:t> </a:t>
            </a:r>
            <a:r>
              <a:rPr lang="en-US" altLang="zh-TW" b="1" dirty="0"/>
              <a:t>Humble</a:t>
            </a:r>
            <a:r>
              <a:rPr lang="zh-TW" altLang="en-US" b="1" dirty="0"/>
              <a:t> </a:t>
            </a:r>
            <a:r>
              <a:rPr lang="zh-TW" altLang="en-US" dirty="0"/>
              <a:t>搭配的是 </a:t>
            </a:r>
            <a:r>
              <a:rPr lang="en-US" altLang="zh-TW" b="1" dirty="0"/>
              <a:t>Ubuntu 22.04</a:t>
            </a:r>
            <a:r>
              <a:rPr lang="zh-TW" altLang="en-US" b="1" dirty="0"/>
              <a:t> </a:t>
            </a:r>
            <a:r>
              <a:rPr lang="zh-TW" altLang="en-US" dirty="0"/>
              <a:t>版本</a:t>
            </a:r>
          </a:p>
        </p:txBody>
      </p:sp>
    </p:spTree>
    <p:extLst>
      <p:ext uri="{BB962C8B-B14F-4D97-AF65-F5344CB8AC3E}">
        <p14:creationId xmlns:p14="http://schemas.microsoft.com/office/powerpoint/2010/main" val="1422639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1B897B-A340-E932-E7E9-69E019608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WSL </a:t>
            </a:r>
            <a:r>
              <a:rPr lang="zh-TW" altLang="en-US" dirty="0"/>
              <a:t>常用指令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9D8047D-5FDD-EE7D-11FD-2ACBD63DF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400" b="1" dirty="0"/>
              <a:t>安裝與啟動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TW" sz="1800" b="1" dirty="0" err="1"/>
              <a:t>wsl</a:t>
            </a:r>
            <a:r>
              <a:rPr lang="en-US" altLang="zh-TW" sz="1800" b="1" dirty="0"/>
              <a:t> --install</a:t>
            </a:r>
            <a:r>
              <a:rPr lang="zh-TW" altLang="en-US" sz="1800" dirty="0"/>
              <a:t>：安裝 </a:t>
            </a:r>
            <a:r>
              <a:rPr lang="en-US" altLang="zh-TW" sz="1800" dirty="0"/>
              <a:t>WSL </a:t>
            </a:r>
            <a:r>
              <a:rPr lang="zh-TW" altLang="en-US" sz="1800" dirty="0"/>
              <a:t>和預設的 </a:t>
            </a:r>
            <a:r>
              <a:rPr lang="en-US" altLang="zh-TW" sz="1800" dirty="0"/>
              <a:t>Linux </a:t>
            </a:r>
            <a:r>
              <a:rPr lang="zh-TW" altLang="en-US" sz="1800" dirty="0"/>
              <a:t>發行版（通常是 </a:t>
            </a:r>
            <a:r>
              <a:rPr lang="en-US" altLang="zh-TW" sz="1800" dirty="0"/>
              <a:t>Ubuntu</a:t>
            </a:r>
            <a:r>
              <a:rPr lang="zh-TW" altLang="en-US" sz="1800" dirty="0"/>
              <a:t>）。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TW" sz="1800" b="1" dirty="0" err="1"/>
              <a:t>wsl</a:t>
            </a:r>
            <a:r>
              <a:rPr lang="zh-TW" altLang="en-US" sz="1800" dirty="0"/>
              <a:t>：啟動預設的 </a:t>
            </a:r>
            <a:r>
              <a:rPr lang="en-US" altLang="zh-TW" sz="1800" dirty="0"/>
              <a:t>Linux </a:t>
            </a:r>
            <a:r>
              <a:rPr lang="zh-TW" altLang="en-US" sz="1800" dirty="0"/>
              <a:t>發行版。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TW" sz="1800" b="1" dirty="0" err="1"/>
              <a:t>wsl</a:t>
            </a:r>
            <a:r>
              <a:rPr lang="en-US" altLang="zh-TW" sz="1800" b="1" dirty="0"/>
              <a:t> -d &lt;</a:t>
            </a:r>
            <a:r>
              <a:rPr lang="zh-TW" altLang="en-US" sz="1800" b="1" dirty="0"/>
              <a:t>發行版名稱</a:t>
            </a:r>
            <a:r>
              <a:rPr lang="en-US" altLang="zh-TW" sz="1800" b="1" dirty="0"/>
              <a:t>&gt;</a:t>
            </a:r>
            <a:r>
              <a:rPr lang="zh-TW" altLang="en-US" sz="1800" dirty="0"/>
              <a:t>：啟動指定的 </a:t>
            </a:r>
            <a:r>
              <a:rPr lang="en-US" altLang="zh-TW" sz="1800" dirty="0"/>
              <a:t>Linux </a:t>
            </a:r>
            <a:r>
              <a:rPr lang="zh-TW" altLang="en-US" sz="1800" dirty="0"/>
              <a:t>發行版（例如 </a:t>
            </a:r>
            <a:r>
              <a:rPr lang="en-US" altLang="zh-TW" sz="1800" dirty="0" err="1"/>
              <a:t>wsl</a:t>
            </a:r>
            <a:r>
              <a:rPr lang="en-US" altLang="zh-TW" sz="1800" dirty="0"/>
              <a:t> -d Ubuntu</a:t>
            </a:r>
            <a:r>
              <a:rPr lang="zh-TW" altLang="en-US" sz="1800" dirty="0"/>
              <a:t>）。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TW" sz="1800" b="1" dirty="0" err="1"/>
              <a:t>wsl</a:t>
            </a:r>
            <a:r>
              <a:rPr lang="en-US" altLang="zh-TW" sz="1800" b="1" dirty="0"/>
              <a:t> --list --online</a:t>
            </a:r>
            <a:r>
              <a:rPr lang="zh-TW" altLang="en-US" sz="1800" dirty="0"/>
              <a:t>：查看網路上有哪些可供安裝的 </a:t>
            </a:r>
            <a:r>
              <a:rPr lang="en-US" altLang="zh-TW" sz="1800" dirty="0"/>
              <a:t>Linux </a:t>
            </a:r>
            <a:r>
              <a:rPr lang="zh-TW" altLang="en-US" sz="1800" dirty="0"/>
              <a:t>版本（簡寫為 </a:t>
            </a:r>
            <a:r>
              <a:rPr lang="en-US" altLang="zh-TW" sz="1800" dirty="0" err="1"/>
              <a:t>wsl</a:t>
            </a:r>
            <a:r>
              <a:rPr lang="en-US" altLang="zh-TW" sz="1800" dirty="0"/>
              <a:t> -l -o</a:t>
            </a:r>
            <a:r>
              <a:rPr lang="zh-TW" altLang="en-US" sz="1800" dirty="0"/>
              <a:t>）。</a:t>
            </a:r>
            <a:endParaRPr lang="en-US" altLang="zh-TW" sz="1800" dirty="0"/>
          </a:p>
          <a:p>
            <a:r>
              <a:rPr lang="zh-TW" altLang="en-US" sz="2400" b="1" dirty="0"/>
              <a:t>系統管理與狀態</a:t>
            </a:r>
            <a:endParaRPr lang="en-US" altLang="zh-TW" sz="2400" b="1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TW" sz="1800" b="1" dirty="0" err="1"/>
              <a:t>wsl</a:t>
            </a:r>
            <a:r>
              <a:rPr lang="en-US" altLang="zh-TW" sz="1800" b="1" dirty="0"/>
              <a:t> --list --verbose</a:t>
            </a:r>
            <a:r>
              <a:rPr lang="zh-TW" altLang="en-US" sz="1800" dirty="0"/>
              <a:t>：列出所有已安裝的發行版、其運行狀態及 </a:t>
            </a:r>
            <a:r>
              <a:rPr lang="en-US" altLang="zh-TW" sz="1800" dirty="0"/>
              <a:t>WSL </a:t>
            </a:r>
            <a:r>
              <a:rPr lang="zh-TW" altLang="en-US" sz="1800" dirty="0"/>
              <a:t>版本（簡寫為 </a:t>
            </a:r>
            <a:r>
              <a:rPr lang="en-US" altLang="zh-TW" sz="1800" dirty="0" err="1"/>
              <a:t>wsl</a:t>
            </a:r>
            <a:r>
              <a:rPr lang="en-US" altLang="zh-TW" sz="1800" dirty="0"/>
              <a:t> -l -v</a:t>
            </a:r>
            <a:r>
              <a:rPr lang="zh-TW" altLang="en-US" sz="1800" dirty="0"/>
              <a:t>）。</a:t>
            </a:r>
            <a:endParaRPr lang="en-US" altLang="zh-TW" sz="1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TW" sz="1800" b="1" dirty="0" err="1"/>
              <a:t>wsl</a:t>
            </a:r>
            <a:r>
              <a:rPr lang="en-US" altLang="zh-TW" sz="1800" b="1" dirty="0"/>
              <a:t> --status</a:t>
            </a:r>
            <a:r>
              <a:rPr lang="zh-TW" altLang="en-US" sz="1800" dirty="0"/>
              <a:t>：檢查 </a:t>
            </a:r>
            <a:r>
              <a:rPr lang="en-US" altLang="zh-TW" sz="1800" dirty="0"/>
              <a:t>WSL </a:t>
            </a:r>
            <a:r>
              <a:rPr lang="zh-TW" altLang="en-US" sz="1800" dirty="0"/>
              <a:t>的配置狀態（如預設版本、內核版本等）。</a:t>
            </a:r>
            <a:endParaRPr lang="en-US" altLang="zh-TW" sz="1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TW" sz="1800" b="1" dirty="0" err="1"/>
              <a:t>wsl</a:t>
            </a:r>
            <a:r>
              <a:rPr lang="en-US" altLang="zh-TW" sz="1800" b="1" dirty="0"/>
              <a:t> --update</a:t>
            </a:r>
            <a:r>
              <a:rPr lang="zh-TW" altLang="en-US" sz="1800" dirty="0"/>
              <a:t>：更新 </a:t>
            </a:r>
            <a:r>
              <a:rPr lang="en-US" altLang="zh-TW" sz="1800" dirty="0"/>
              <a:t>WSL </a:t>
            </a:r>
            <a:r>
              <a:rPr lang="zh-TW" altLang="en-US" sz="1800" dirty="0"/>
              <a:t>的內核版本。</a:t>
            </a:r>
            <a:endParaRPr lang="en-US" altLang="zh-TW" sz="1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TW" sz="1800" b="1" dirty="0" err="1"/>
              <a:t>wsl</a:t>
            </a:r>
            <a:r>
              <a:rPr lang="en-US" altLang="zh-TW" sz="1800" b="1" dirty="0"/>
              <a:t> --version</a:t>
            </a:r>
            <a:r>
              <a:rPr lang="zh-TW" altLang="en-US" sz="1800" dirty="0"/>
              <a:t>：查看目前安裝的 </a:t>
            </a:r>
            <a:r>
              <a:rPr lang="en-US" altLang="zh-TW" sz="1800" dirty="0"/>
              <a:t>WSL </a:t>
            </a:r>
            <a:r>
              <a:rPr lang="zh-TW" altLang="en-US" sz="1800" dirty="0"/>
              <a:t>工具版本。</a:t>
            </a:r>
            <a:endParaRPr lang="zh-TW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18530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D55647-0C65-BB24-F645-D2AEB3009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WSL </a:t>
            </a:r>
            <a:r>
              <a:rPr lang="zh-TW" altLang="en-US" dirty="0"/>
              <a:t>常用指令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878A24E-1A58-6655-8310-FB7B49D41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400" b="1" dirty="0"/>
              <a:t>關閉與解除安裝</a:t>
            </a:r>
            <a:endParaRPr lang="en-US" altLang="zh-TW" sz="2400" b="1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TW" sz="1800" b="1" dirty="0"/>
              <a:t>exit</a:t>
            </a:r>
            <a:r>
              <a:rPr lang="zh-TW" altLang="en-US" sz="1800" dirty="0"/>
              <a:t>：在 </a:t>
            </a:r>
            <a:r>
              <a:rPr lang="en-US" altLang="zh-TW" sz="1800" dirty="0"/>
              <a:t>Linux </a:t>
            </a:r>
            <a:r>
              <a:rPr lang="zh-TW" altLang="en-US" sz="1800" dirty="0"/>
              <a:t>終端機內輸入，可退出該 </a:t>
            </a:r>
            <a:r>
              <a:rPr lang="en-US" altLang="zh-TW" sz="1800" dirty="0"/>
              <a:t>shell</a:t>
            </a:r>
            <a:r>
              <a:rPr lang="zh-TW" altLang="en-US" sz="1800" dirty="0"/>
              <a:t>。</a:t>
            </a:r>
            <a:endParaRPr lang="en-US" altLang="zh-TW" sz="1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TW" sz="1800" b="1" dirty="0" err="1"/>
              <a:t>wsl</a:t>
            </a:r>
            <a:r>
              <a:rPr lang="en-US" altLang="zh-TW" sz="1800" b="1" dirty="0"/>
              <a:t> --terminate &lt;</a:t>
            </a:r>
            <a:r>
              <a:rPr lang="zh-TW" altLang="en-US" sz="1800" b="1" dirty="0"/>
              <a:t>發行版名稱</a:t>
            </a:r>
            <a:r>
              <a:rPr lang="en-US" altLang="zh-TW" sz="1800" b="1" dirty="0"/>
              <a:t>&gt;</a:t>
            </a:r>
            <a:r>
              <a:rPr lang="zh-TW" altLang="en-US" sz="1800" dirty="0"/>
              <a:t>：立即終止指定的發行版（簡寫為 </a:t>
            </a:r>
            <a:r>
              <a:rPr lang="en-US" altLang="zh-TW" sz="1800" dirty="0" err="1"/>
              <a:t>wsl</a:t>
            </a:r>
            <a:r>
              <a:rPr lang="en-US" altLang="zh-TW" sz="1800" dirty="0"/>
              <a:t> -t &lt;</a:t>
            </a:r>
            <a:r>
              <a:rPr lang="zh-TW" altLang="en-US" sz="1800" dirty="0"/>
              <a:t>名稱</a:t>
            </a:r>
            <a:r>
              <a:rPr lang="en-US" altLang="zh-TW" sz="1800" dirty="0"/>
              <a:t>&gt;</a:t>
            </a:r>
            <a:r>
              <a:rPr lang="zh-TW" altLang="en-US" sz="1800" dirty="0"/>
              <a:t>）。</a:t>
            </a:r>
            <a:endParaRPr lang="en-US" altLang="zh-TW" sz="1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TW" sz="1800" b="1" dirty="0" err="1"/>
              <a:t>wsl</a:t>
            </a:r>
            <a:r>
              <a:rPr lang="en-US" altLang="zh-TW" sz="1800" b="1" dirty="0"/>
              <a:t> --shutdown</a:t>
            </a:r>
            <a:r>
              <a:rPr lang="zh-TW" altLang="en-US" sz="1800" dirty="0"/>
              <a:t>：立即停止所有正在運行的 </a:t>
            </a:r>
            <a:r>
              <a:rPr lang="en-US" altLang="zh-TW" sz="1800" dirty="0"/>
              <a:t>WSL </a:t>
            </a:r>
            <a:r>
              <a:rPr lang="zh-TW" altLang="en-US" sz="1800" dirty="0"/>
              <a:t>發行版和虛擬機器。</a:t>
            </a:r>
            <a:endParaRPr lang="en-US" altLang="zh-TW" sz="1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TW" sz="1800" b="1" dirty="0" err="1"/>
              <a:t>wsl</a:t>
            </a:r>
            <a:r>
              <a:rPr lang="en-US" altLang="zh-TW" sz="1800" b="1" dirty="0"/>
              <a:t> --unregister &lt;</a:t>
            </a:r>
            <a:r>
              <a:rPr lang="zh-TW" altLang="en-US" sz="1800" b="1" dirty="0"/>
              <a:t>發行版名稱</a:t>
            </a:r>
            <a:r>
              <a:rPr lang="en-US" altLang="zh-TW" sz="1800" b="1" dirty="0"/>
              <a:t>&gt;</a:t>
            </a:r>
            <a:r>
              <a:rPr lang="zh-TW" altLang="en-US" sz="1800" dirty="0"/>
              <a:t>：解除註冊並刪除該發行版（注意：這會永久刪除該 </a:t>
            </a:r>
            <a:r>
              <a:rPr lang="en-US" altLang="zh-TW" sz="1800" dirty="0"/>
              <a:t>Linux </a:t>
            </a:r>
            <a:r>
              <a:rPr lang="zh-TW" altLang="en-US" sz="1800" dirty="0"/>
              <a:t>內的所有資料）。</a:t>
            </a:r>
            <a:endParaRPr lang="en-US" altLang="zh-TW" sz="1800" dirty="0"/>
          </a:p>
          <a:p>
            <a:r>
              <a:rPr lang="zh-TW" altLang="en-US" sz="2400" b="1" dirty="0"/>
              <a:t>設定與轉換</a:t>
            </a:r>
            <a:endParaRPr lang="en-US" altLang="zh-TW" sz="2400" b="1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TW" sz="1800" b="1" dirty="0" err="1"/>
              <a:t>wsl</a:t>
            </a:r>
            <a:r>
              <a:rPr lang="en-US" altLang="zh-TW" sz="1800" b="1" dirty="0"/>
              <a:t> --set-default-version &lt;</a:t>
            </a:r>
            <a:r>
              <a:rPr lang="zh-TW" altLang="en-US" sz="1800" b="1" dirty="0"/>
              <a:t>版本號</a:t>
            </a:r>
            <a:r>
              <a:rPr lang="en-US" altLang="zh-TW" sz="1800" b="1" dirty="0"/>
              <a:t>&gt;</a:t>
            </a:r>
            <a:r>
              <a:rPr lang="zh-TW" altLang="en-US" sz="1800" dirty="0"/>
              <a:t>：設定新安裝發行版時預設使用的 </a:t>
            </a:r>
            <a:r>
              <a:rPr lang="en-US" altLang="zh-TW" sz="1800" dirty="0"/>
              <a:t>WSL </a:t>
            </a:r>
            <a:r>
              <a:rPr lang="zh-TW" altLang="en-US" sz="1800" dirty="0"/>
              <a:t>版本（</a:t>
            </a:r>
            <a:r>
              <a:rPr lang="en-US" altLang="zh-TW" sz="1800" dirty="0"/>
              <a:t>1 </a:t>
            </a:r>
            <a:r>
              <a:rPr lang="zh-TW" altLang="en-US" sz="1800" dirty="0"/>
              <a:t>或 </a:t>
            </a:r>
            <a:r>
              <a:rPr lang="en-US" altLang="zh-TW" sz="1800" dirty="0"/>
              <a:t>2</a:t>
            </a:r>
            <a:r>
              <a:rPr lang="zh-TW" altLang="en-US" sz="1800" dirty="0"/>
              <a:t>）。</a:t>
            </a:r>
            <a:endParaRPr lang="en-US" altLang="zh-TW" sz="1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TW" sz="1800" b="1" dirty="0" err="1"/>
              <a:t>wsl</a:t>
            </a:r>
            <a:r>
              <a:rPr lang="en-US" altLang="zh-TW" sz="1800" b="1" dirty="0"/>
              <a:t> --set-version &lt;</a:t>
            </a:r>
            <a:r>
              <a:rPr lang="zh-TW" altLang="en-US" sz="1800" b="1" dirty="0"/>
              <a:t>發行版名稱</a:t>
            </a:r>
            <a:r>
              <a:rPr lang="en-US" altLang="zh-TW" sz="1800" b="1" dirty="0"/>
              <a:t>&gt; &lt;</a:t>
            </a:r>
            <a:r>
              <a:rPr lang="zh-TW" altLang="en-US" sz="1800" b="1" dirty="0"/>
              <a:t>版本號</a:t>
            </a:r>
            <a:r>
              <a:rPr lang="en-US" altLang="zh-TW" sz="1800" b="1" dirty="0"/>
              <a:t>&gt;</a:t>
            </a:r>
            <a:r>
              <a:rPr lang="zh-TW" altLang="en-US" sz="1800" dirty="0"/>
              <a:t>：將現有的發行版在 </a:t>
            </a:r>
            <a:r>
              <a:rPr lang="en-US" altLang="zh-TW" sz="1800" dirty="0"/>
              <a:t>WSL 1 </a:t>
            </a:r>
            <a:r>
              <a:rPr lang="zh-TW" altLang="en-US" sz="1800" dirty="0"/>
              <a:t>與 </a:t>
            </a:r>
            <a:r>
              <a:rPr lang="en-US" altLang="zh-TW" sz="1800" dirty="0"/>
              <a:t>WSL 2 </a:t>
            </a:r>
            <a:r>
              <a:rPr lang="zh-TW" altLang="en-US" sz="1800" dirty="0"/>
              <a:t>之間轉換。</a:t>
            </a:r>
            <a:endParaRPr lang="en-US" altLang="zh-TW" sz="1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TW" sz="1800" b="1" dirty="0" err="1"/>
              <a:t>wsl</a:t>
            </a:r>
            <a:r>
              <a:rPr lang="en-US" altLang="zh-TW" sz="1800" b="1" dirty="0"/>
              <a:t> --set-default &lt;</a:t>
            </a:r>
            <a:r>
              <a:rPr lang="zh-TW" altLang="en-US" sz="1800" b="1" dirty="0"/>
              <a:t>發行版名稱</a:t>
            </a:r>
            <a:r>
              <a:rPr lang="en-US" altLang="zh-TW" sz="1800" b="1" dirty="0"/>
              <a:t>&gt;</a:t>
            </a:r>
            <a:r>
              <a:rPr lang="zh-TW" altLang="en-US" sz="1800" dirty="0"/>
              <a:t>：設定預設啟動的發行版（簡寫為 </a:t>
            </a:r>
            <a:r>
              <a:rPr lang="en-US" altLang="zh-TW" sz="1800" dirty="0" err="1"/>
              <a:t>wsl</a:t>
            </a:r>
            <a:r>
              <a:rPr lang="en-US" altLang="zh-TW" sz="1800" dirty="0"/>
              <a:t> -s &lt;</a:t>
            </a:r>
            <a:r>
              <a:rPr lang="zh-TW" altLang="en-US" sz="1800" dirty="0"/>
              <a:t>名稱</a:t>
            </a:r>
            <a:r>
              <a:rPr lang="en-US" altLang="zh-TW" sz="1800" dirty="0"/>
              <a:t>&gt;</a:t>
            </a:r>
            <a:r>
              <a:rPr lang="zh-TW" altLang="en-US" sz="1800" dirty="0"/>
              <a:t>）。</a:t>
            </a:r>
            <a:endParaRPr lang="en-US" altLang="zh-TW" sz="1800" dirty="0"/>
          </a:p>
        </p:txBody>
      </p:sp>
    </p:spTree>
    <p:extLst>
      <p:ext uri="{BB962C8B-B14F-4D97-AF65-F5344CB8AC3E}">
        <p14:creationId xmlns:p14="http://schemas.microsoft.com/office/powerpoint/2010/main" val="2929765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61FB7-1F18-4FD4-9EDE-BE5AA5ACC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0988A0-D3E0-E817-C535-731A2635E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WSL </a:t>
            </a:r>
            <a:r>
              <a:rPr lang="zh-TW" altLang="en-US" dirty="0"/>
              <a:t>常用指令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1CCB64F-4A48-2BEC-4EA7-62E27379E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19304"/>
          </a:xfrm>
        </p:spPr>
        <p:txBody>
          <a:bodyPr>
            <a:normAutofit fontScale="92500" lnSpcReduction="10000"/>
          </a:bodyPr>
          <a:lstStyle/>
          <a:p>
            <a:r>
              <a:rPr lang="zh-TW" altLang="en-US" sz="2400" b="1" dirty="0"/>
              <a:t>備份與匯入</a:t>
            </a:r>
            <a:endParaRPr lang="en-US" altLang="zh-TW" sz="1800" b="1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TW" sz="1800" b="1" dirty="0" err="1"/>
              <a:t>wsl</a:t>
            </a:r>
            <a:r>
              <a:rPr lang="en-US" altLang="zh-TW" sz="1800" b="1" dirty="0"/>
              <a:t> --export &lt;</a:t>
            </a:r>
            <a:r>
              <a:rPr lang="zh-TW" altLang="en-US" sz="1800" b="1" dirty="0"/>
              <a:t>發行版名稱</a:t>
            </a:r>
            <a:r>
              <a:rPr lang="en-US" altLang="zh-TW" sz="1800" b="1" dirty="0"/>
              <a:t>&gt; &lt;</a:t>
            </a:r>
            <a:r>
              <a:rPr lang="zh-TW" altLang="en-US" sz="1800" b="1" dirty="0"/>
              <a:t>檔案路徑</a:t>
            </a:r>
            <a:r>
              <a:rPr lang="en-US" altLang="zh-TW" sz="1800" b="1" dirty="0"/>
              <a:t>.tar&gt;</a:t>
            </a:r>
            <a:r>
              <a:rPr lang="zh-TW" altLang="en-US" sz="1800" dirty="0"/>
              <a:t>：將發行版匯出成備份檔。</a:t>
            </a:r>
            <a:endParaRPr lang="en-US" altLang="zh-TW" sz="1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TW" sz="1800" b="1" dirty="0" err="1"/>
              <a:t>wsl</a:t>
            </a:r>
            <a:r>
              <a:rPr lang="en-US" altLang="zh-TW" sz="1800" b="1" dirty="0"/>
              <a:t> --import &lt;</a:t>
            </a:r>
            <a:r>
              <a:rPr lang="zh-TW" altLang="en-US" sz="1800" b="1" dirty="0"/>
              <a:t>新名稱</a:t>
            </a:r>
            <a:r>
              <a:rPr lang="en-US" altLang="zh-TW" sz="1800" b="1" dirty="0"/>
              <a:t>&gt; &lt;</a:t>
            </a:r>
            <a:r>
              <a:rPr lang="zh-TW" altLang="en-US" sz="1800" b="1" dirty="0"/>
              <a:t>安裝路徑</a:t>
            </a:r>
            <a:r>
              <a:rPr lang="en-US" altLang="zh-TW" sz="1800" b="1" dirty="0"/>
              <a:t>&gt; &lt;</a:t>
            </a:r>
            <a:r>
              <a:rPr lang="zh-TW" altLang="en-US" sz="1800" b="1" dirty="0"/>
              <a:t>檔案路徑</a:t>
            </a:r>
            <a:r>
              <a:rPr lang="en-US" altLang="zh-TW" sz="1800" b="1" dirty="0"/>
              <a:t>.tar&gt;</a:t>
            </a:r>
            <a:r>
              <a:rPr lang="zh-TW" altLang="en-US" sz="1800" dirty="0"/>
              <a:t>：從備份檔匯入發行版（可用於將 </a:t>
            </a:r>
            <a:r>
              <a:rPr lang="en-US" altLang="zh-TW" sz="1800" dirty="0"/>
              <a:t>Linux </a:t>
            </a:r>
            <a:r>
              <a:rPr lang="zh-TW" altLang="en-US" sz="1800" dirty="0"/>
              <a:t>裝在非 </a:t>
            </a:r>
            <a:r>
              <a:rPr lang="en-US" altLang="zh-TW" sz="1800" dirty="0"/>
              <a:t>C </a:t>
            </a:r>
            <a:r>
              <a:rPr lang="zh-TW" altLang="en-US" sz="1800" dirty="0"/>
              <a:t>槽的硬碟）。</a:t>
            </a:r>
            <a:endParaRPr lang="en-US" altLang="zh-TW" sz="1800" dirty="0"/>
          </a:p>
          <a:p>
            <a:pPr marL="457200" lvl="1" indent="0">
              <a:buNone/>
            </a:pPr>
            <a:r>
              <a:rPr lang="zh-TW" altLang="en-US" sz="1800" dirty="0"/>
              <a:t>使用 </a:t>
            </a:r>
            <a:r>
              <a:rPr lang="en-US" altLang="zh-TW" sz="1800" dirty="0" err="1"/>
              <a:t>wsl</a:t>
            </a:r>
            <a:r>
              <a:rPr lang="en-US" altLang="zh-TW" sz="1800" dirty="0"/>
              <a:t> --import </a:t>
            </a:r>
            <a:r>
              <a:rPr lang="zh-TW" altLang="en-US" sz="1800" dirty="0"/>
              <a:t>匯入自定義的 </a:t>
            </a:r>
            <a:r>
              <a:rPr lang="en-US" altLang="zh-TW" sz="1800" dirty="0"/>
              <a:t>Linux </a:t>
            </a:r>
            <a:r>
              <a:rPr lang="zh-TW" altLang="en-US" sz="1800" dirty="0"/>
              <a:t>發行版時，</a:t>
            </a:r>
            <a:r>
              <a:rPr lang="en-US" altLang="zh-TW" sz="1800" dirty="0"/>
              <a:t>WSL </a:t>
            </a:r>
            <a:r>
              <a:rPr lang="zh-TW" altLang="en-US" sz="1800" dirty="0"/>
              <a:t>預設會以 </a:t>
            </a:r>
            <a:r>
              <a:rPr lang="en-US" altLang="zh-TW" sz="1800" dirty="0"/>
              <a:t>root </a:t>
            </a:r>
            <a:r>
              <a:rPr lang="zh-TW" altLang="en-US" sz="1800" dirty="0"/>
              <a:t>身分登入，解決方式</a:t>
            </a:r>
            <a:r>
              <a:rPr lang="en-US" altLang="zh-TW" sz="1800" dirty="0"/>
              <a:t>:</a:t>
            </a:r>
          </a:p>
          <a:p>
            <a:pPr marL="800100" lvl="1" indent="-342900">
              <a:buFont typeface="+mj-lt"/>
              <a:buAutoNum type="arabicPeriod"/>
            </a:pPr>
            <a:r>
              <a:rPr lang="zh-TW" altLang="en-US" sz="1800" b="1" dirty="0"/>
              <a:t>確認使用者存在</a:t>
            </a:r>
            <a:r>
              <a:rPr lang="zh-TW" altLang="en-US" sz="1800" dirty="0"/>
              <a:t>：如果還沒有一般使用者，先建立一個：</a:t>
            </a:r>
            <a:endParaRPr lang="en-US" altLang="zh-TW" sz="1800" dirty="0"/>
          </a:p>
          <a:p>
            <a:pPr lvl="2">
              <a:buFont typeface="Wingdings" panose="05000000000000000000" pitchFamily="2" charset="2"/>
              <a:buChar char="Ø"/>
            </a:pPr>
            <a:r>
              <a:rPr lang="en-US" altLang="zh-TW" sz="1400" dirty="0" err="1"/>
              <a:t>sudo</a:t>
            </a:r>
            <a:r>
              <a:rPr lang="en-US" altLang="zh-TW" sz="1400" dirty="0"/>
              <a:t> </a:t>
            </a:r>
            <a:r>
              <a:rPr lang="en-US" altLang="zh-TW" sz="1400" dirty="0" err="1"/>
              <a:t>adduser</a:t>
            </a:r>
            <a:r>
              <a:rPr lang="en-US" altLang="zh-TW" sz="1400" dirty="0"/>
              <a:t> &lt;username&gt;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altLang="zh-TW" sz="1400" dirty="0" err="1"/>
              <a:t>sudo</a:t>
            </a:r>
            <a:r>
              <a:rPr lang="en-US" altLang="zh-TW" sz="1400" dirty="0"/>
              <a:t> </a:t>
            </a:r>
            <a:r>
              <a:rPr lang="en-US" altLang="zh-TW" sz="1400" dirty="0" err="1"/>
              <a:t>usermod</a:t>
            </a:r>
            <a:r>
              <a:rPr lang="en-US" altLang="zh-TW" sz="1400" dirty="0"/>
              <a:t> -</a:t>
            </a:r>
            <a:r>
              <a:rPr lang="en-US" altLang="zh-TW" sz="1400" dirty="0" err="1"/>
              <a:t>aG</a:t>
            </a:r>
            <a:r>
              <a:rPr lang="en-US" altLang="zh-TW" sz="1400" dirty="0"/>
              <a:t> </a:t>
            </a:r>
            <a:r>
              <a:rPr lang="en-US" altLang="zh-TW" sz="1400" dirty="0" err="1"/>
              <a:t>sudo</a:t>
            </a:r>
            <a:r>
              <a:rPr lang="en-US" altLang="zh-TW" sz="1400" dirty="0"/>
              <a:t> username # </a:t>
            </a:r>
            <a:r>
              <a:rPr lang="zh-TW" altLang="en-US" sz="1400" dirty="0"/>
              <a:t>給予 </a:t>
            </a:r>
            <a:r>
              <a:rPr lang="en-US" altLang="zh-TW" sz="1400" dirty="0" err="1"/>
              <a:t>sudo</a:t>
            </a:r>
            <a:r>
              <a:rPr lang="en-US" altLang="zh-TW" sz="1400" dirty="0"/>
              <a:t> </a:t>
            </a:r>
            <a:r>
              <a:rPr lang="zh-TW" altLang="en-US" sz="1400" dirty="0"/>
              <a:t>權限</a:t>
            </a:r>
            <a:endParaRPr lang="en-US" altLang="zh-TW" sz="1400" dirty="0"/>
          </a:p>
          <a:p>
            <a:pPr marL="800100" lvl="1" indent="-342900">
              <a:buFont typeface="+mj-lt"/>
              <a:buAutoNum type="arabicPeriod"/>
            </a:pPr>
            <a:r>
              <a:rPr lang="zh-TW" altLang="en-US" sz="1800" b="1" dirty="0"/>
              <a:t>修改設定檔</a:t>
            </a:r>
            <a:r>
              <a:rPr lang="zh-TW" altLang="en-US" sz="1800" dirty="0"/>
              <a:t>：編輯 </a:t>
            </a:r>
            <a:r>
              <a:rPr lang="en-US" altLang="zh-TW" sz="1800" dirty="0"/>
              <a:t>/</a:t>
            </a:r>
            <a:r>
              <a:rPr lang="en-US" altLang="zh-TW" sz="1800" dirty="0" err="1"/>
              <a:t>etc</a:t>
            </a:r>
            <a:r>
              <a:rPr lang="en-US" altLang="zh-TW" sz="1800" dirty="0"/>
              <a:t>/</a:t>
            </a:r>
            <a:r>
              <a:rPr lang="en-US" altLang="zh-TW" sz="1800" dirty="0" err="1"/>
              <a:t>wsl.conf</a:t>
            </a:r>
            <a:r>
              <a:rPr lang="en-US" altLang="zh-TW" sz="1800" dirty="0"/>
              <a:t> </a:t>
            </a:r>
            <a:r>
              <a:rPr lang="zh-TW" altLang="en-US" sz="1800" dirty="0"/>
              <a:t>檔案</a:t>
            </a:r>
            <a:endParaRPr lang="en-US" altLang="zh-TW" sz="1800" dirty="0"/>
          </a:p>
          <a:p>
            <a:pPr lvl="2">
              <a:buFont typeface="Wingdings" panose="05000000000000000000" pitchFamily="2" charset="2"/>
              <a:buChar char="Ø"/>
            </a:pPr>
            <a:r>
              <a:rPr lang="en-US" altLang="zh-TW" sz="1400" dirty="0" err="1"/>
              <a:t>sudo</a:t>
            </a:r>
            <a:r>
              <a:rPr lang="en-US" altLang="zh-TW" sz="1400" dirty="0"/>
              <a:t> nano /</a:t>
            </a:r>
            <a:r>
              <a:rPr lang="en-US" altLang="zh-TW" sz="1400" dirty="0" err="1"/>
              <a:t>etc</a:t>
            </a:r>
            <a:r>
              <a:rPr lang="en-US" altLang="zh-TW" sz="1400" dirty="0"/>
              <a:t>/</a:t>
            </a:r>
            <a:r>
              <a:rPr lang="en-US" altLang="zh-TW" sz="1400" dirty="0" err="1"/>
              <a:t>wsl.conf</a:t>
            </a:r>
            <a:endParaRPr lang="en-US" altLang="zh-TW" sz="1400" dirty="0"/>
          </a:p>
          <a:p>
            <a:pPr marL="800100" lvl="1" indent="-342900">
              <a:buFont typeface="+mj-lt"/>
              <a:buAutoNum type="arabicPeriod"/>
            </a:pPr>
            <a:r>
              <a:rPr lang="zh-TW" altLang="en-US" sz="1800" b="1" dirty="0"/>
              <a:t>加入以下內容</a:t>
            </a:r>
            <a:r>
              <a:rPr lang="en-US" altLang="zh-TW" sz="1800" dirty="0"/>
              <a:t>:</a:t>
            </a:r>
          </a:p>
          <a:p>
            <a:pPr marL="914400" lvl="2" indent="0">
              <a:buNone/>
            </a:pPr>
            <a:r>
              <a:rPr lang="en-US" altLang="zh-TW" sz="1400" dirty="0"/>
              <a:t>[user]</a:t>
            </a:r>
          </a:p>
          <a:p>
            <a:pPr marL="914400" lvl="2" indent="0">
              <a:buNone/>
            </a:pPr>
            <a:r>
              <a:rPr lang="en-US" altLang="zh-TW" sz="1400" dirty="0"/>
              <a:t>default=username</a:t>
            </a:r>
          </a:p>
          <a:p>
            <a:pPr marL="800100" lvl="1" indent="-342900">
              <a:buFont typeface="+mj-lt"/>
              <a:buAutoNum type="arabicPeriod"/>
            </a:pPr>
            <a:r>
              <a:rPr lang="zh-TW" altLang="en-US" sz="1800" b="1" dirty="0"/>
              <a:t>重啟 </a:t>
            </a:r>
            <a:r>
              <a:rPr lang="en-US" altLang="zh-TW" sz="1800" b="1" dirty="0"/>
              <a:t>WSL:</a:t>
            </a:r>
            <a:r>
              <a:rPr lang="zh-TW" altLang="en-US" sz="1800" b="1" dirty="0"/>
              <a:t> </a:t>
            </a:r>
            <a:r>
              <a:rPr lang="en-US" altLang="zh-TW" sz="1800" dirty="0" err="1"/>
              <a:t>wsl</a:t>
            </a:r>
            <a:r>
              <a:rPr lang="en-US" altLang="zh-TW" sz="1800" dirty="0"/>
              <a:t> --terminate &lt;</a:t>
            </a:r>
            <a:r>
              <a:rPr lang="zh-TW" altLang="en-US" sz="1800" dirty="0"/>
              <a:t>發行版名稱</a:t>
            </a:r>
            <a:r>
              <a:rPr lang="en-US" altLang="zh-TW" sz="1800" dirty="0"/>
              <a:t>&gt;</a:t>
            </a:r>
            <a:r>
              <a:rPr lang="zh-TW" altLang="en-US" sz="1800"/>
              <a:t>，下次啟動就會自動以該使用者登入。</a:t>
            </a:r>
            <a:endParaRPr lang="en-US" altLang="zh-TW" sz="1800" b="1" dirty="0"/>
          </a:p>
          <a:p>
            <a:r>
              <a:rPr lang="zh-TW" altLang="en-US" sz="2400" b="1" dirty="0"/>
              <a:t>其他實用技巧</a:t>
            </a:r>
            <a:endParaRPr lang="en-US" altLang="zh-TW" sz="1800" b="1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TW" sz="1800" b="1" dirty="0" err="1"/>
              <a:t>wsl</a:t>
            </a:r>
            <a:r>
              <a:rPr lang="en-US" altLang="zh-TW" sz="1800" b="1" dirty="0"/>
              <a:t> hostname -I</a:t>
            </a:r>
            <a:r>
              <a:rPr lang="zh-TW" altLang="en-US" sz="1800" dirty="0"/>
              <a:t>：快速查看 </a:t>
            </a:r>
            <a:r>
              <a:rPr lang="en-US" altLang="zh-TW" sz="1800" dirty="0"/>
              <a:t>WSL </a:t>
            </a:r>
            <a:r>
              <a:rPr lang="zh-TW" altLang="en-US" sz="1800" dirty="0"/>
              <a:t>內部的 </a:t>
            </a:r>
            <a:r>
              <a:rPr lang="en-US" altLang="zh-TW" sz="1800" dirty="0"/>
              <a:t>IP </a:t>
            </a:r>
            <a:r>
              <a:rPr lang="zh-TW" altLang="en-US" sz="1800" dirty="0"/>
              <a:t>位址。</a:t>
            </a:r>
            <a:endParaRPr lang="en-US" altLang="zh-TW" sz="1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TW" altLang="en-US" sz="1800" b="1" dirty="0"/>
              <a:t>檔案存取</a:t>
            </a:r>
            <a:r>
              <a:rPr lang="zh-TW" altLang="en-US" sz="1800" dirty="0"/>
              <a:t>：在 </a:t>
            </a:r>
            <a:r>
              <a:rPr lang="en-US" altLang="zh-TW" sz="1800" dirty="0"/>
              <a:t>Windows </a:t>
            </a:r>
            <a:r>
              <a:rPr lang="zh-TW" altLang="en-US" sz="1800" dirty="0"/>
              <a:t>檔案總管的地址欄輸入 </a:t>
            </a:r>
            <a:r>
              <a:rPr lang="en-US" altLang="zh-TW" sz="1800" dirty="0"/>
              <a:t>\\wsl$</a:t>
            </a:r>
            <a:r>
              <a:rPr lang="zh-TW" altLang="en-US" sz="1800" dirty="0"/>
              <a:t> 即可存取所有 </a:t>
            </a:r>
            <a:r>
              <a:rPr lang="en-US" altLang="zh-TW" sz="1800" dirty="0"/>
              <a:t>Linux </a:t>
            </a:r>
            <a:r>
              <a:rPr lang="zh-TW" altLang="en-US" sz="1800" dirty="0"/>
              <a:t>系統的檔案。</a:t>
            </a:r>
          </a:p>
        </p:txBody>
      </p:sp>
    </p:spTree>
    <p:extLst>
      <p:ext uri="{BB962C8B-B14F-4D97-AF65-F5344CB8AC3E}">
        <p14:creationId xmlns:p14="http://schemas.microsoft.com/office/powerpoint/2010/main" val="913442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52E6C1-17CE-A49D-1CDB-D3FCC3C45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安裝</a:t>
            </a:r>
            <a:r>
              <a:rPr lang="en-US" altLang="zh-TW" dirty="0"/>
              <a:t>ROS2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5A94C51-63C0-0954-990D-A6E7DDA154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000" dirty="0"/>
              <a:t>安裝教學</a:t>
            </a:r>
            <a:r>
              <a:rPr lang="en-US" altLang="zh-TW" sz="2000" dirty="0"/>
              <a:t>:</a:t>
            </a:r>
            <a:r>
              <a:rPr lang="zh-TW" altLang="en-US" sz="2000" dirty="0"/>
              <a:t> </a:t>
            </a:r>
            <a:r>
              <a:rPr lang="fr-FR" altLang="zh-TW" sz="2000" dirty="0">
                <a:hlinkClick r:id="rId2"/>
              </a:rPr>
              <a:t>Ubuntu (deb packages) — ROS 2 Documentation: Humble documentation</a:t>
            </a:r>
            <a:endParaRPr lang="zh-TW" altLang="en-US" sz="2000" dirty="0"/>
          </a:p>
          <a:p>
            <a:endParaRPr lang="en-US" altLang="zh-TW" sz="2000" dirty="0"/>
          </a:p>
          <a:p>
            <a:r>
              <a:rPr lang="en-US" altLang="zh-TW" sz="2000" dirty="0"/>
              <a:t>Step 1:</a:t>
            </a:r>
            <a:r>
              <a:rPr lang="zh-TW" altLang="en-US" sz="2000" dirty="0"/>
              <a:t> 設定語系 </a:t>
            </a:r>
            <a:r>
              <a:rPr lang="en-US" altLang="zh-TW" sz="2000" dirty="0"/>
              <a:t>(Set Locale)</a:t>
            </a:r>
          </a:p>
          <a:p>
            <a:pPr marL="457200" lvl="1" indent="0">
              <a:buNone/>
            </a:pPr>
            <a:r>
              <a:rPr lang="en-US" altLang="zh-TW" sz="1800" dirty="0"/>
              <a:t>ROS2 </a:t>
            </a:r>
            <a:r>
              <a:rPr lang="zh-TW" altLang="en-US" sz="1800" dirty="0"/>
              <a:t>需要系統支援 </a:t>
            </a:r>
            <a:r>
              <a:rPr lang="en-US" altLang="zh-TW" sz="1800" dirty="0"/>
              <a:t>UTF-8 </a:t>
            </a:r>
            <a:r>
              <a:rPr lang="zh-TW" altLang="en-US" sz="1800" dirty="0"/>
              <a:t>編碼。打開終端機，執行以下指令以確保語系設定正確：</a:t>
            </a:r>
            <a:endParaRPr lang="en-US" altLang="zh-TW" sz="1800" dirty="0"/>
          </a:p>
          <a:p>
            <a:pPr lvl="1"/>
            <a:r>
              <a:rPr lang="en-US" altLang="zh-TW" sz="1800" dirty="0" err="1"/>
              <a:t>sudo</a:t>
            </a:r>
            <a:r>
              <a:rPr lang="en-US" altLang="zh-TW" sz="1800" dirty="0"/>
              <a:t> apt update &amp;&amp; </a:t>
            </a:r>
            <a:r>
              <a:rPr lang="en-US" altLang="zh-TW" sz="1800" dirty="0" err="1"/>
              <a:t>sudo</a:t>
            </a:r>
            <a:r>
              <a:rPr lang="en-US" altLang="zh-TW" sz="1800" dirty="0"/>
              <a:t> apt install locales</a:t>
            </a:r>
          </a:p>
          <a:p>
            <a:pPr lvl="1"/>
            <a:r>
              <a:rPr lang="en-US" altLang="zh-TW" sz="1800" dirty="0" err="1"/>
              <a:t>sudo</a:t>
            </a:r>
            <a:r>
              <a:rPr lang="en-US" altLang="zh-TW" sz="1800" dirty="0"/>
              <a:t> locale-gen </a:t>
            </a:r>
            <a:r>
              <a:rPr lang="en-US" altLang="zh-TW" sz="1800" dirty="0" err="1"/>
              <a:t>en_US</a:t>
            </a:r>
            <a:r>
              <a:rPr lang="en-US" altLang="zh-TW" sz="1800" dirty="0"/>
              <a:t> en_US.UTF-8</a:t>
            </a:r>
          </a:p>
          <a:p>
            <a:pPr lvl="1"/>
            <a:r>
              <a:rPr lang="en-US" altLang="zh-TW" sz="1800" dirty="0" err="1"/>
              <a:t>sudo</a:t>
            </a:r>
            <a:r>
              <a:rPr lang="en-US" altLang="zh-TW" sz="1800" dirty="0"/>
              <a:t> update-locale LC_ALL=en_US.UTF-8 LANG=en_US.UTF-8</a:t>
            </a:r>
          </a:p>
          <a:p>
            <a:pPr lvl="1"/>
            <a:r>
              <a:rPr lang="en-US" altLang="zh-TW" sz="1800" dirty="0"/>
              <a:t>export LANG=en_US.UTF-8</a:t>
            </a:r>
          </a:p>
        </p:txBody>
      </p:sp>
    </p:spTree>
    <p:extLst>
      <p:ext uri="{BB962C8B-B14F-4D97-AF65-F5344CB8AC3E}">
        <p14:creationId xmlns:p14="http://schemas.microsoft.com/office/powerpoint/2010/main" val="3375396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A24A1-48A6-14D5-A76B-383C92BF8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C5A025-5A28-4DF7-E07C-8676D0678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安裝</a:t>
            </a:r>
            <a:r>
              <a:rPr lang="en-US" altLang="zh-TW" dirty="0"/>
              <a:t>ROS2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7D91FD2-81E4-2390-4811-8F4AC60A2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sz="2000" dirty="0"/>
              <a:t>Step 2:</a:t>
            </a:r>
            <a:r>
              <a:rPr lang="zh-TW" altLang="en-US" sz="2000" dirty="0"/>
              <a:t> 設定軟體源 </a:t>
            </a:r>
            <a:r>
              <a:rPr lang="en-US" altLang="zh-TW" sz="2000" dirty="0"/>
              <a:t>(Setup Sources)</a:t>
            </a:r>
          </a:p>
          <a:p>
            <a:pPr marL="457200" lvl="1" indent="0">
              <a:buNone/>
            </a:pPr>
            <a:r>
              <a:rPr lang="zh-TW" altLang="en-US" sz="1800" dirty="0"/>
              <a:t>確認系統已啟用 </a:t>
            </a:r>
            <a:r>
              <a:rPr lang="en-US" altLang="zh-TW" sz="1800" dirty="0"/>
              <a:t>Ubuntu </a:t>
            </a:r>
            <a:r>
              <a:rPr lang="zh-TW" altLang="en-US" sz="1800" dirty="0"/>
              <a:t>的 </a:t>
            </a:r>
            <a:r>
              <a:rPr lang="en-US" altLang="zh-TW" sz="1800" dirty="0"/>
              <a:t>universe</a:t>
            </a:r>
            <a:r>
              <a:rPr lang="zh-TW" altLang="en-US" sz="1800" dirty="0"/>
              <a:t> 儲存庫：</a:t>
            </a:r>
            <a:endParaRPr lang="en-US" altLang="zh-TW" sz="1800" dirty="0"/>
          </a:p>
          <a:p>
            <a:pPr lvl="1"/>
            <a:r>
              <a:rPr lang="en-US" altLang="zh-TW" sz="1800" dirty="0" err="1"/>
              <a:t>sudo</a:t>
            </a:r>
            <a:r>
              <a:rPr lang="en-US" altLang="zh-TW" sz="1800" dirty="0"/>
              <a:t> apt install software-properties-common</a:t>
            </a:r>
          </a:p>
          <a:p>
            <a:pPr lvl="1"/>
            <a:r>
              <a:rPr lang="en-US" altLang="zh-TW" sz="1800" dirty="0" err="1"/>
              <a:t>sudo</a:t>
            </a:r>
            <a:r>
              <a:rPr lang="en-US" altLang="zh-TW" sz="1800" dirty="0"/>
              <a:t> add-apt-repository universe</a:t>
            </a:r>
          </a:p>
          <a:p>
            <a:pPr marL="457200" lvl="1" indent="0">
              <a:buNone/>
            </a:pPr>
            <a:r>
              <a:rPr lang="zh-TW" altLang="en-US" sz="1800" dirty="0"/>
              <a:t>下載並安裝官方最新的 </a:t>
            </a:r>
            <a:r>
              <a:rPr lang="en-US" altLang="zh-TW" sz="1800" dirty="0"/>
              <a:t>ros2-apt-source</a:t>
            </a:r>
            <a:r>
              <a:rPr lang="zh-TW" altLang="en-US" sz="1800" dirty="0"/>
              <a:t> 輔助套件，會自動配置好 </a:t>
            </a:r>
            <a:r>
              <a:rPr lang="en-US" altLang="zh-TW" sz="1800" dirty="0"/>
              <a:t>ROS2 </a:t>
            </a:r>
            <a:r>
              <a:rPr lang="zh-TW" altLang="en-US" sz="1800" dirty="0"/>
              <a:t>的金鑰與軟體清單：</a:t>
            </a:r>
            <a:endParaRPr lang="en-US" altLang="zh-TW" sz="1800" dirty="0"/>
          </a:p>
          <a:p>
            <a:pPr lvl="1"/>
            <a:r>
              <a:rPr lang="en-US" altLang="zh-TW" sz="1800" dirty="0" err="1"/>
              <a:t>sudo</a:t>
            </a:r>
            <a:r>
              <a:rPr lang="en-US" altLang="zh-TW" sz="1800" dirty="0"/>
              <a:t> apt update &amp;&amp; </a:t>
            </a:r>
            <a:r>
              <a:rPr lang="en-US" altLang="zh-TW" sz="1800" dirty="0" err="1"/>
              <a:t>sudo</a:t>
            </a:r>
            <a:r>
              <a:rPr lang="en-US" altLang="zh-TW" sz="1800" dirty="0"/>
              <a:t> apt install curl -y</a:t>
            </a:r>
          </a:p>
          <a:p>
            <a:pPr lvl="1"/>
            <a:r>
              <a:rPr lang="en-US" altLang="zh-TW" sz="1800" dirty="0"/>
              <a:t># </a:t>
            </a:r>
            <a:r>
              <a:rPr lang="zh-TW" altLang="en-US" sz="1800" dirty="0"/>
              <a:t>取得最新版的 </a:t>
            </a:r>
            <a:r>
              <a:rPr lang="en-US" altLang="zh-TW" sz="1800" dirty="0"/>
              <a:t>ros2-apt-source </a:t>
            </a:r>
            <a:r>
              <a:rPr lang="zh-TW" altLang="en-US" sz="1800" dirty="0"/>
              <a:t>版本號</a:t>
            </a:r>
          </a:p>
          <a:p>
            <a:pPr lvl="1"/>
            <a:r>
              <a:rPr lang="en-US" altLang="zh-TW" sz="1800" dirty="0"/>
              <a:t>export ROS_APT_SOURCE_VERSION=$(curl -s https://api.github.com/repos/ros-infrastructure/ros-apt-source/releases/latest | grep -F "</a:t>
            </a:r>
            <a:r>
              <a:rPr lang="en-US" altLang="zh-TW" sz="1800" dirty="0" err="1"/>
              <a:t>tag_name</a:t>
            </a:r>
            <a:r>
              <a:rPr lang="en-US" altLang="zh-TW" sz="1800" dirty="0"/>
              <a:t>" | awk -F'"' '{print $4}')</a:t>
            </a:r>
          </a:p>
          <a:p>
            <a:pPr lvl="1"/>
            <a:r>
              <a:rPr lang="en-US" altLang="zh-TW" sz="1800" dirty="0"/>
              <a:t># </a:t>
            </a:r>
            <a:r>
              <a:rPr lang="zh-TW" altLang="en-US" sz="1800" dirty="0"/>
              <a:t>下載安裝檔</a:t>
            </a:r>
          </a:p>
          <a:p>
            <a:pPr lvl="1"/>
            <a:r>
              <a:rPr lang="en-US" altLang="zh-TW" sz="1800" dirty="0"/>
              <a:t>curl -L -o /</a:t>
            </a:r>
            <a:r>
              <a:rPr lang="en-US" altLang="zh-TW" sz="1800" dirty="0" err="1"/>
              <a:t>tmp</a:t>
            </a:r>
            <a:r>
              <a:rPr lang="en-US" altLang="zh-TW" sz="1800" dirty="0"/>
              <a:t>/ros2-apt-source.deb "https://github.com/</a:t>
            </a:r>
            <a:r>
              <a:rPr lang="en-US" altLang="zh-TW" sz="1800" dirty="0" err="1"/>
              <a:t>ros</a:t>
            </a:r>
            <a:r>
              <a:rPr lang="en-US" altLang="zh-TW" sz="1800" dirty="0"/>
              <a:t>-infrastructure/</a:t>
            </a:r>
            <a:r>
              <a:rPr lang="en-US" altLang="zh-TW" sz="1800" dirty="0" err="1"/>
              <a:t>ros</a:t>
            </a:r>
            <a:r>
              <a:rPr lang="en-US" altLang="zh-TW" sz="1800" dirty="0"/>
              <a:t>-apt-source/releases/download/${ROS_APT_SOURCE_VERSION}/ros2-apt-source_${ROS_APT_SOURCE_VERSION}.$(. /</a:t>
            </a:r>
            <a:r>
              <a:rPr lang="en-US" altLang="zh-TW" sz="1800" dirty="0" err="1"/>
              <a:t>etc</a:t>
            </a:r>
            <a:r>
              <a:rPr lang="en-US" altLang="zh-TW" sz="1800" dirty="0"/>
              <a:t>/</a:t>
            </a:r>
            <a:r>
              <a:rPr lang="en-US" altLang="zh-TW" sz="1800" dirty="0" err="1"/>
              <a:t>os</a:t>
            </a:r>
            <a:r>
              <a:rPr lang="en-US" altLang="zh-TW" sz="1800" dirty="0"/>
              <a:t>-release &amp;&amp; echo ${UBUNTU_CODENAME:-${VERSION_CODENAME}})_</a:t>
            </a:r>
            <a:r>
              <a:rPr lang="en-US" altLang="zh-TW" sz="1800" dirty="0" err="1"/>
              <a:t>all.deb</a:t>
            </a:r>
            <a:r>
              <a:rPr lang="en-US" altLang="zh-TW" sz="1800" dirty="0"/>
              <a:t>"</a:t>
            </a:r>
          </a:p>
          <a:p>
            <a:pPr lvl="1"/>
            <a:r>
              <a:rPr lang="en-US" altLang="zh-TW" sz="1800" dirty="0"/>
              <a:t># </a:t>
            </a:r>
            <a:r>
              <a:rPr lang="zh-TW" altLang="en-US" sz="1800" dirty="0"/>
              <a:t>執行安裝</a:t>
            </a:r>
          </a:p>
          <a:p>
            <a:pPr lvl="1"/>
            <a:r>
              <a:rPr lang="en-US" altLang="zh-TW" sz="1800" dirty="0" err="1"/>
              <a:t>sudo</a:t>
            </a:r>
            <a:r>
              <a:rPr lang="en-US" altLang="zh-TW" sz="1800" dirty="0"/>
              <a:t> </a:t>
            </a:r>
            <a:r>
              <a:rPr lang="en-US" altLang="zh-TW" sz="1800" dirty="0" err="1"/>
              <a:t>dpkg</a:t>
            </a:r>
            <a:r>
              <a:rPr lang="en-US" altLang="zh-TW" sz="1800" dirty="0"/>
              <a:t> -</a:t>
            </a:r>
            <a:r>
              <a:rPr lang="en-US" altLang="zh-TW" sz="1800" dirty="0" err="1"/>
              <a:t>i</a:t>
            </a:r>
            <a:r>
              <a:rPr lang="en-US" altLang="zh-TW" sz="1800" dirty="0"/>
              <a:t> /</a:t>
            </a:r>
            <a:r>
              <a:rPr lang="en-US" altLang="zh-TW" sz="1800" dirty="0" err="1"/>
              <a:t>tmp</a:t>
            </a:r>
            <a:r>
              <a:rPr lang="en-US" altLang="zh-TW" sz="1800" dirty="0"/>
              <a:t>/ros2-apt-source.deb</a:t>
            </a:r>
          </a:p>
        </p:txBody>
      </p:sp>
    </p:spTree>
    <p:extLst>
      <p:ext uri="{BB962C8B-B14F-4D97-AF65-F5344CB8AC3E}">
        <p14:creationId xmlns:p14="http://schemas.microsoft.com/office/powerpoint/2010/main" val="4216280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511EB6-718D-AD52-F989-426710EDE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安裝</a:t>
            </a:r>
            <a:r>
              <a:rPr lang="en-US" altLang="zh-TW" dirty="0"/>
              <a:t>ROS2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0CDA2EE-58D6-469E-11BB-B5C49C12F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US" altLang="zh-TW" sz="2000" dirty="0"/>
              <a:t>Step 3:</a:t>
            </a:r>
            <a:r>
              <a:rPr lang="zh-TW" altLang="en-US" sz="2000" dirty="0"/>
              <a:t>安裝 </a:t>
            </a:r>
            <a:r>
              <a:rPr lang="en-US" altLang="zh-TW" sz="2000" dirty="0"/>
              <a:t>ROS2 </a:t>
            </a:r>
            <a:r>
              <a:rPr lang="zh-TW" altLang="en-US" sz="2000" dirty="0"/>
              <a:t>套件 </a:t>
            </a:r>
            <a:r>
              <a:rPr lang="en-US" altLang="zh-TW" sz="2000" dirty="0"/>
              <a:t>(Install ROS 2 packages)</a:t>
            </a:r>
          </a:p>
          <a:p>
            <a:pPr marL="457200" lvl="1" indent="0">
              <a:buNone/>
            </a:pPr>
            <a:r>
              <a:rPr lang="zh-TW" altLang="en-US" sz="1800" dirty="0"/>
              <a:t>加入軟體源後，</a:t>
            </a:r>
            <a:r>
              <a:rPr lang="zh-TW" altLang="en-US" sz="1800" b="1" dirty="0"/>
              <a:t>務必先更新並升級現有系統套件</a:t>
            </a:r>
            <a:r>
              <a:rPr lang="zh-TW" altLang="en-US" sz="1800" dirty="0"/>
              <a:t>。官方特別警告，若不先執行 </a:t>
            </a:r>
            <a:r>
              <a:rPr lang="en-US" altLang="zh-TW" sz="1800" dirty="0"/>
              <a:t>upgrade</a:t>
            </a:r>
            <a:r>
              <a:rPr lang="zh-TW" altLang="en-US" sz="1800" dirty="0"/>
              <a:t>，在安裝 </a:t>
            </a:r>
            <a:r>
              <a:rPr lang="en-US" altLang="zh-TW" sz="1800" dirty="0"/>
              <a:t>ROS2 </a:t>
            </a:r>
            <a:r>
              <a:rPr lang="zh-TW" altLang="en-US" sz="1800" dirty="0"/>
              <a:t>依賴項時可能會意外移除重要的系統套件 </a:t>
            </a:r>
            <a:r>
              <a:rPr lang="en-US" altLang="zh-TW" sz="1800" dirty="0"/>
              <a:t>(</a:t>
            </a:r>
            <a:r>
              <a:rPr lang="zh-TW" altLang="en-US" sz="1800" dirty="0"/>
              <a:t>如 </a:t>
            </a:r>
            <a:r>
              <a:rPr lang="en-US" altLang="zh-TW" sz="1800" dirty="0" err="1"/>
              <a:t>systemd</a:t>
            </a:r>
            <a:r>
              <a:rPr lang="en-US" altLang="zh-TW" sz="1800" dirty="0"/>
              <a:t>)</a:t>
            </a:r>
            <a:r>
              <a:rPr lang="zh-TW" altLang="en-US" sz="1800" dirty="0"/>
              <a:t>：</a:t>
            </a:r>
            <a:endParaRPr lang="en-US" altLang="zh-TW" sz="1800" dirty="0"/>
          </a:p>
          <a:p>
            <a:pPr lvl="1"/>
            <a:r>
              <a:rPr lang="es-ES" altLang="zh-TW" sz="1800" dirty="0"/>
              <a:t>sudo apt update</a:t>
            </a:r>
          </a:p>
          <a:p>
            <a:pPr lvl="1"/>
            <a:r>
              <a:rPr lang="es-ES" altLang="zh-TW" sz="1800" dirty="0">
                <a:latin typeface="+mn-lt"/>
              </a:rPr>
              <a:t>sudo apt upgrade –y</a:t>
            </a:r>
          </a:p>
          <a:p>
            <a:pPr marL="457200" lvl="1" indent="0">
              <a:buNone/>
            </a:pPr>
            <a:r>
              <a:rPr lang="zh-TW" altLang="en-US" sz="1800" dirty="0"/>
              <a:t>升級完成後，安裝包含圖形化工具與教學套件的</a:t>
            </a:r>
            <a:r>
              <a:rPr lang="zh-TW" altLang="en-US" sz="1800" b="1" dirty="0"/>
              <a:t>桌面完整版 </a:t>
            </a:r>
            <a:r>
              <a:rPr lang="en-US" altLang="zh-TW" sz="1800" b="1" dirty="0"/>
              <a:t>(Desktop Install)</a:t>
            </a:r>
            <a:r>
              <a:rPr lang="zh-TW" altLang="en-US" sz="1800" dirty="0"/>
              <a:t>：</a:t>
            </a:r>
            <a:endParaRPr lang="en-US" altLang="zh-TW" sz="1800" dirty="0"/>
          </a:p>
          <a:p>
            <a:pPr lvl="1"/>
            <a:r>
              <a:rPr lang="es-ES" altLang="zh-TW" sz="1800" dirty="0"/>
              <a:t>sudo apt install ros-humble-desktop –y</a:t>
            </a:r>
          </a:p>
          <a:p>
            <a:r>
              <a:rPr lang="es-ES" altLang="zh-TW" sz="2000" dirty="0"/>
              <a:t>Step 4:</a:t>
            </a:r>
            <a:r>
              <a:rPr lang="zh-TW" altLang="en-US" sz="2000" dirty="0"/>
              <a:t>安裝開發工具 </a:t>
            </a:r>
            <a:r>
              <a:rPr lang="en-US" altLang="zh-TW" sz="2000" dirty="0"/>
              <a:t>(Development tools)</a:t>
            </a:r>
          </a:p>
          <a:p>
            <a:pPr marL="457200" lvl="1" indent="0">
              <a:buNone/>
            </a:pPr>
            <a:r>
              <a:rPr lang="zh-TW" altLang="en-US" sz="1600" dirty="0"/>
              <a:t>為了日後能夠順利編譯自己寫的 </a:t>
            </a:r>
            <a:r>
              <a:rPr lang="en-US" altLang="zh-TW" sz="1600" dirty="0"/>
              <a:t>ROS2 </a:t>
            </a:r>
            <a:r>
              <a:rPr lang="zh-TW" altLang="en-US" sz="1600" dirty="0"/>
              <a:t>程式碼，請一併安裝官方推薦的開發工具包：</a:t>
            </a:r>
            <a:endParaRPr lang="en-US" altLang="zh-TW" sz="1600" dirty="0"/>
          </a:p>
          <a:p>
            <a:pPr lvl="1"/>
            <a:r>
              <a:rPr lang="en-US" altLang="zh-TW" sz="1600" dirty="0" err="1"/>
              <a:t>sudo</a:t>
            </a:r>
            <a:r>
              <a:rPr lang="en-US" altLang="zh-TW" sz="1600" dirty="0"/>
              <a:t> apt install </a:t>
            </a:r>
            <a:r>
              <a:rPr lang="en-US" altLang="zh-TW" sz="1600" dirty="0" err="1"/>
              <a:t>ros</a:t>
            </a:r>
            <a:r>
              <a:rPr lang="en-US" altLang="zh-TW" sz="1600" dirty="0"/>
              <a:t>-dev-tools –y</a:t>
            </a:r>
          </a:p>
          <a:p>
            <a:r>
              <a:rPr lang="en-US" altLang="zh-TW" sz="2000" dirty="0"/>
              <a:t>Step 5:</a:t>
            </a:r>
            <a:r>
              <a:rPr lang="zh-TW" altLang="en-US" sz="2000" dirty="0"/>
              <a:t>環境設定 </a:t>
            </a:r>
            <a:r>
              <a:rPr lang="en-US" altLang="zh-TW" sz="2000" dirty="0"/>
              <a:t>(Environment setup)</a:t>
            </a:r>
          </a:p>
          <a:p>
            <a:pPr marL="457200" lvl="1" indent="0">
              <a:buNone/>
            </a:pPr>
            <a:r>
              <a:rPr lang="zh-TW" altLang="en-US" sz="1600" dirty="0"/>
              <a:t>要讓終端機能夠識別 </a:t>
            </a:r>
            <a:r>
              <a:rPr lang="en-US" altLang="zh-TW" sz="1600" dirty="0"/>
              <a:t>ros2 </a:t>
            </a:r>
            <a:r>
              <a:rPr lang="zh-TW" altLang="en-US" sz="1600" dirty="0"/>
              <a:t>的相關指令，必須載入環境設定檔。為了方便，建議直接將其寫入 </a:t>
            </a:r>
            <a:r>
              <a:rPr lang="en-US" altLang="zh-TW" sz="1600" dirty="0"/>
              <a:t>~/.</a:t>
            </a:r>
            <a:r>
              <a:rPr lang="en-US" altLang="zh-TW" sz="1600" dirty="0" err="1"/>
              <a:t>bashrc</a:t>
            </a:r>
            <a:r>
              <a:rPr lang="en-US" altLang="zh-TW" sz="1600" dirty="0"/>
              <a:t> </a:t>
            </a:r>
            <a:r>
              <a:rPr lang="zh-TW" altLang="en-US" sz="1600" dirty="0"/>
              <a:t>中，這樣每次開啟新終端機就會自動載入：</a:t>
            </a:r>
            <a:endParaRPr lang="en-US" altLang="zh-TW" sz="1600" dirty="0"/>
          </a:p>
          <a:p>
            <a:pPr lvl="1"/>
            <a:r>
              <a:rPr lang="en-US" altLang="zh-TW" sz="1600" dirty="0"/>
              <a:t>echo "source /opt/</a:t>
            </a:r>
            <a:r>
              <a:rPr lang="en-US" altLang="zh-TW" sz="1600" dirty="0" err="1"/>
              <a:t>ros</a:t>
            </a:r>
            <a:r>
              <a:rPr lang="en-US" altLang="zh-TW" sz="1600" dirty="0"/>
              <a:t>/humble/</a:t>
            </a:r>
            <a:r>
              <a:rPr lang="en-US" altLang="zh-TW" sz="1600" dirty="0" err="1"/>
              <a:t>setup.bash</a:t>
            </a:r>
            <a:r>
              <a:rPr lang="en-US" altLang="zh-TW" sz="1600" dirty="0"/>
              <a:t>" &gt;&gt; ~/.</a:t>
            </a:r>
            <a:r>
              <a:rPr lang="en-US" altLang="zh-TW" sz="1600" dirty="0" err="1"/>
              <a:t>bashrc</a:t>
            </a:r>
            <a:endParaRPr lang="en-US" altLang="zh-TW" sz="1600" dirty="0"/>
          </a:p>
          <a:p>
            <a:pPr lvl="1"/>
            <a:r>
              <a:rPr lang="en-US" altLang="zh-TW" sz="1600" dirty="0"/>
              <a:t>source ~/.</a:t>
            </a:r>
            <a:r>
              <a:rPr lang="en-US" altLang="zh-TW" sz="1600" dirty="0" err="1"/>
              <a:t>bashrc</a:t>
            </a:r>
            <a:endParaRPr lang="en-US" altLang="zh-TW" sz="1600" dirty="0"/>
          </a:p>
          <a:p>
            <a:pPr lvl="1"/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683982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564337-94F5-20B2-EBB5-19F81731A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安裝</a:t>
            </a:r>
            <a:r>
              <a:rPr lang="en-US" altLang="zh-TW" dirty="0"/>
              <a:t>ROS2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282F361-D0BF-44AC-B3B0-120F350CD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000" dirty="0"/>
              <a:t>Step 6: </a:t>
            </a:r>
            <a:r>
              <a:rPr lang="zh-TW" altLang="en-US" sz="2000" dirty="0"/>
              <a:t>驗證安裝</a:t>
            </a:r>
            <a:r>
              <a:rPr lang="en-US" altLang="zh-TW" sz="2000" dirty="0"/>
              <a:t>-</a:t>
            </a:r>
            <a:r>
              <a:rPr lang="zh-TW" altLang="en-US" sz="2000" dirty="0"/>
              <a:t>執行範例 </a:t>
            </a:r>
            <a:r>
              <a:rPr lang="en-US" altLang="zh-TW" sz="2000" dirty="0"/>
              <a:t>(Try some examples)</a:t>
            </a:r>
          </a:p>
          <a:p>
            <a:pPr marL="457200" lvl="1" indent="0">
              <a:buNone/>
            </a:pPr>
            <a:r>
              <a:rPr lang="zh-TW" altLang="en-US" sz="1600" dirty="0"/>
              <a:t>官方提供了一個簡單的 </a:t>
            </a:r>
            <a:r>
              <a:rPr lang="en-US" altLang="zh-TW" sz="1600" dirty="0"/>
              <a:t>C++ </a:t>
            </a:r>
            <a:r>
              <a:rPr lang="zh-TW" altLang="en-US" sz="1600" dirty="0"/>
              <a:t>發布者 </a:t>
            </a:r>
            <a:r>
              <a:rPr lang="en-US" altLang="zh-TW" sz="1600" dirty="0"/>
              <a:t>(Talker) </a:t>
            </a:r>
            <a:r>
              <a:rPr lang="zh-TW" altLang="en-US" sz="1600" dirty="0"/>
              <a:t>與 </a:t>
            </a:r>
            <a:r>
              <a:rPr lang="en-US" altLang="zh-TW" sz="1600" dirty="0"/>
              <a:t>Python </a:t>
            </a:r>
            <a:r>
              <a:rPr lang="zh-TW" altLang="en-US" sz="1600" dirty="0"/>
              <a:t>訂閱者 </a:t>
            </a:r>
            <a:r>
              <a:rPr lang="en-US" altLang="zh-TW" sz="1600" dirty="0"/>
              <a:t>(Listener) </a:t>
            </a:r>
            <a:r>
              <a:rPr lang="zh-TW" altLang="en-US" sz="1600" dirty="0"/>
              <a:t>範例，用來確認核心通訊功能是否正常。</a:t>
            </a:r>
            <a:endParaRPr lang="en-US" altLang="zh-TW" sz="1600" dirty="0"/>
          </a:p>
          <a:p>
            <a:pPr marL="457200" lvl="1" indent="0">
              <a:buNone/>
            </a:pPr>
            <a:r>
              <a:rPr lang="zh-TW" altLang="en-US" sz="1600" dirty="0"/>
              <a:t>開啟</a:t>
            </a:r>
            <a:r>
              <a:rPr lang="zh-TW" altLang="en-US" sz="1600" b="1" dirty="0"/>
              <a:t>第一個終端機</a:t>
            </a:r>
            <a:r>
              <a:rPr lang="zh-TW" altLang="en-US" sz="1600" dirty="0"/>
              <a:t>，啟動發布者：</a:t>
            </a:r>
            <a:endParaRPr lang="en-US" altLang="zh-TW" sz="1600" dirty="0"/>
          </a:p>
          <a:p>
            <a:pPr lvl="1"/>
            <a:r>
              <a:rPr lang="en-US" altLang="zh-TW" sz="1600" dirty="0"/>
              <a:t>ros2 run </a:t>
            </a:r>
            <a:r>
              <a:rPr lang="en-US" altLang="zh-TW" sz="1600" dirty="0" err="1"/>
              <a:t>demo_nodes_cpp</a:t>
            </a:r>
            <a:r>
              <a:rPr lang="en-US" altLang="zh-TW" sz="1600" dirty="0"/>
              <a:t> talker</a:t>
            </a:r>
          </a:p>
          <a:p>
            <a:pPr marL="457200" lvl="1" indent="0">
              <a:buNone/>
            </a:pPr>
            <a:r>
              <a:rPr lang="zh-TW" altLang="en-US" sz="1600" dirty="0"/>
              <a:t>會看到不斷印出 </a:t>
            </a:r>
            <a:r>
              <a:rPr lang="en-US" altLang="zh-TW" sz="1600" dirty="0"/>
              <a:t>Publishing: 'Hello World: 1' </a:t>
            </a:r>
            <a:r>
              <a:rPr lang="zh-TW" altLang="en-US" sz="1600" dirty="0"/>
              <a:t>的訊息。</a:t>
            </a:r>
            <a:endParaRPr lang="en-US" altLang="zh-TW" sz="1600" dirty="0"/>
          </a:p>
          <a:p>
            <a:pPr marL="457200" lvl="1" indent="0">
              <a:buNone/>
            </a:pPr>
            <a:r>
              <a:rPr lang="zh-TW" altLang="en-US" sz="1600" dirty="0"/>
              <a:t>開啟</a:t>
            </a:r>
            <a:r>
              <a:rPr lang="zh-TW" altLang="en-US" sz="1600" b="1" dirty="0"/>
              <a:t>第二個終端機</a:t>
            </a:r>
            <a:r>
              <a:rPr lang="zh-TW" altLang="en-US" sz="1600" dirty="0"/>
              <a:t>（不需要關閉第一個），啟動訂閱者：</a:t>
            </a:r>
            <a:endParaRPr lang="en-US" altLang="zh-TW" sz="1600" dirty="0"/>
          </a:p>
          <a:p>
            <a:pPr lvl="1"/>
            <a:r>
              <a:rPr lang="es-ES" altLang="zh-TW" sz="1600" dirty="0"/>
              <a:t>ros2 run demo_nodes_py listener</a:t>
            </a:r>
          </a:p>
          <a:p>
            <a:pPr marL="457200" lvl="1" indent="0">
              <a:buNone/>
            </a:pPr>
            <a:r>
              <a:rPr lang="zh-TW" altLang="en-US" sz="1600" dirty="0"/>
              <a:t>如果設定成功，這個視窗就會同步顯示接收到的 </a:t>
            </a:r>
            <a:r>
              <a:rPr lang="en-US" altLang="zh-TW" sz="1600" dirty="0"/>
              <a:t>I heard: [Hello World: 1]</a:t>
            </a:r>
            <a:r>
              <a:rPr lang="zh-TW" altLang="en-US" sz="1600" dirty="0"/>
              <a:t>。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CE6213F-F591-4C99-66B6-39B6F816B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3570" y="4503359"/>
            <a:ext cx="7844859" cy="2354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914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1211</Words>
  <Application>Microsoft Office PowerPoint</Application>
  <PresentationFormat>寬螢幕</PresentationFormat>
  <Paragraphs>90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3" baseType="lpstr">
      <vt:lpstr>微軟正黑體</vt:lpstr>
      <vt:lpstr>Arial</vt:lpstr>
      <vt:lpstr>Wingdings</vt:lpstr>
      <vt:lpstr>Office 佈景主題</vt:lpstr>
      <vt:lpstr>ROS2 安裝</vt:lpstr>
      <vt:lpstr>Windows 系統安裝 WSL</vt:lpstr>
      <vt:lpstr>WSL 常用指令</vt:lpstr>
      <vt:lpstr>WSL 常用指令</vt:lpstr>
      <vt:lpstr>WSL 常用指令</vt:lpstr>
      <vt:lpstr>安裝ROS2</vt:lpstr>
      <vt:lpstr>安裝ROS2</vt:lpstr>
      <vt:lpstr>安裝ROS2</vt:lpstr>
      <vt:lpstr>安裝ROS2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謝秉宏 HSIEH,PING-HUNG</dc:creator>
  <cp:lastModifiedBy>謝秉宏 HSIEH,PING-HUNG</cp:lastModifiedBy>
  <cp:revision>7</cp:revision>
  <dcterms:created xsi:type="dcterms:W3CDTF">2026-03-18T06:06:15Z</dcterms:created>
  <dcterms:modified xsi:type="dcterms:W3CDTF">2026-03-18T08:20:04Z</dcterms:modified>
</cp:coreProperties>
</file>